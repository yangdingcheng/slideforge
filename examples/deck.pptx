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把成本写死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794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9696A0"/>
                </a:solidFill>
              </a:rPr>
              <a:t>一套给个人创作者的低成本 AI 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696A0"/>
                </a:solidFill>
              </a:rPr>
              <a:t>@正确君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696A0"/>
                </a:solidFill>
              </a:rP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E1E1E6"/>
                </a:solidFill>
              </a:rPr>
              <a:t>• 通用 Agent 写稿，多轮调用，额度掉得快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1E1E6"/>
                </a:solidFill>
              </a:rPr>
              <a:t>• AI 生图按张收费，中文还容易画错字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1E1E6"/>
                </a:solidFill>
              </a:rPr>
              <a:t>• 原文全塞进上下文，token 白白烧掉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696A0"/>
                </a:solidFill>
              </a:rPr>
              <a:t>@正确君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696A0"/>
                </a:solidFill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E1E1E6"/>
                </a:solidFill>
              </a:rPr>
              <a:t>• 每篇只调用 1 次模型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1E1E6"/>
                </a:solidFill>
              </a:rPr>
              <a:t>• 封面本地生成，0 生图费用</a:t>
            </a:r>
          </a:p>
          <a:p>
            <a:pPr lvl="1">
              <a:spcAft>
                <a:spcPts val="1200"/>
              </a:spcAft>
            </a:pPr>
            <a:r>
              <a:rPr sz="1900">
                <a:solidFill>
                  <a:srgbClr val="E1E1E6"/>
                </a:solidFill>
              </a:rPr>
              <a:t>– 模板叠字，中文零错字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1E1E6"/>
                </a:solidFill>
              </a:rPr>
              <a:t>• 只出待审稿，从不自动发布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696A0"/>
                </a:solidFill>
              </a:rPr>
              <a:t>@正确君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696A0"/>
                </a:solidFill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0"/>
            <a:ext cx="10149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i="1">
                <a:solidFill>
                  <a:srgbClr val="FFFFFF"/>
                </a:solidFill>
              </a:rPr>
              <a:t>“工具省钱的前提，是把流程写死，而不是让 AI 每次现场发挥。”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696A0"/>
                </a:solidFill>
              </a:rPr>
              <a:t>@正确君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696A0"/>
                </a:solidFill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第二部分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696A0"/>
                </a:solidFill>
              </a:rPr>
              <a:t>@正确君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696A0"/>
                </a:solidFill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E1E1E6"/>
                </a:solidFill>
              </a:rPr>
              <a:t>• 先跑通演示，不花一分钱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1E1E6"/>
                </a:solidFill>
              </a:rPr>
              <a:t>• 再接自己的模型 Key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1E1E6"/>
                </a:solidFill>
              </a:rPr>
              <a:t>• 人审永远是最后一步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696A0"/>
                </a:solidFill>
              </a:rPr>
              <a:t>@正确君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696A0"/>
                </a:solidFill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